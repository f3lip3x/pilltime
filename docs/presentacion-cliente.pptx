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 Offline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sin servidor · SQLite · Diseño accesible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332720" y="-109728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sin servidor?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trabaja aunque no haya conexión disponible.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coste de infraestructura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servidor que mantener, escalar ni pagar.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siempre disponibles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vive en el dispositivo, acceso instantáneo.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75488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C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 + Expo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C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(embebida, local)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datos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C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Drizzle 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en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C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/ React Query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C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archivos del dispositivo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C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 Build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566160" y="12344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6D4A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794760" y="1307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79476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D9E7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94760" y="2359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memoria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706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/ React Query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063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6160" y="33375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D85A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94760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7581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ORM, migraciones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4114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4389120"/>
            <a:ext cx="5669280" cy="1371600"/>
          </a:xfrm>
          <a:prstGeom prst="roundRect">
            <a:avLst>
              <a:gd name="adj" fmla="val 10000"/>
            </a:avLst>
          </a:prstGeom>
          <a:solidFill>
            <a:srgbClr val="F5FAFA"/>
          </a:solidFill>
          <a:ln w="12700">
            <a:solidFill>
              <a:srgbClr val="C7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4498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del usuario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4892040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4937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SQLite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5257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local, sin red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vive en el propio dispositivo. No hay ninguna llamada a un servidor externo en todo el flujo.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visual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"Teal Trust"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#028090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92024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6888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#00A896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#02C39A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Títulos — Inter Bold, 24–32pt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— Inter Regular, 14–16pt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— 12pt, gris secundario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5FA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10312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mínimo WCAG AA (4.5:1)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táctiles de al menos 44×44 px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lector de pantalla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 el escalado de fuente del sistema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 con paleta ajustada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error con color + ícono + texto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uso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app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conexión a internet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2377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datos locales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escritura directa en SQLite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70448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instantáneo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persisten en el dispositivo al momento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05088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2560" y="210312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5440" y="2377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354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siempre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siguen ahí en el próximo uso, offline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flujo de uso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74236" y="114300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5C667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357116" y="1143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app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11596" y="1527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74236" y="17099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6D4AA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57116" y="17099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interactúa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57116" y="20025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o edita un dato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11596" y="22768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74236" y="2459736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6D4A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57116" y="24597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estado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57116" y="27523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memoria, al instante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11596" y="3026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74236" y="320954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57116" y="32095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en SQLite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57116" y="3502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local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11596" y="3776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74236" y="395935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57116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disponibles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57116" y="42519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se cierre la app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11596" y="4526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74236" y="470916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5C667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57116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apertura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357116" y="5001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 necesaria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5504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el ciclo se repite en cada uso, siempre sin conexión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de la app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Basadas en el análisis de apps líderes del sector (MyTherapy, Medisafe, RecuerdaMed)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A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6420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665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Alarmas y recordatorios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505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exacto por medicamento, con opción de posponer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66420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0665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tomas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4505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tomado / omitido, con motivo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66420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0665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stock bajo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4505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 localmente según las tomas registradas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31012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7124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agrupadas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0965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tomas a la misma hora, un solo aviso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A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331012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37124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/ después de comer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0965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Indicación visible en el propio recordatorio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A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331012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37124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historial a PDF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0965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llevarlo a la consulta médica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777240" y="495604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4956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358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código de barras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7424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rápida del medicamento con la cámara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47548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AFA"/>
          </a:solidFill>
          <a:ln/>
        </p:spPr>
      </p:sp>
      <p:sp>
        <p:nvSpPr>
          <p:cNvPr id="40" name="Shape 38"/>
          <p:cNvSpPr/>
          <p:nvPr/>
        </p:nvSpPr>
        <p:spPr>
          <a:xfrm>
            <a:off x="4526280" y="495604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26280" y="4956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26280" y="5358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salud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526280" y="57424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Peso, tensión, glucosa, ánimo, con gráfico de evolución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46720" y="47548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AFA"/>
          </a:solidFill>
          <a:ln/>
        </p:spPr>
      </p:sp>
      <p:sp>
        <p:nvSpPr>
          <p:cNvPr id="45" name="Shape 43"/>
          <p:cNvSpPr/>
          <p:nvPr/>
        </p:nvSpPr>
        <p:spPr>
          <a:xfrm>
            <a:off x="8275320" y="495604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75320" y="4956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275320" y="5358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de citas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275320" y="57424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sistema de notificaciones locales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2026-09-10T19:42:35Z</dcterms:created>
  <dcterms:modified xsi:type="dcterms:W3CDTF">2026-09-10T19:42:35Z</dcterms:modified>
</cp:coreProperties>
</file>